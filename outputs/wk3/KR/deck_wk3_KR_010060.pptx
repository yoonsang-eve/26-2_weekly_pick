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  <a:latin typeface="맑은 고딕"/>
              </a:rPr>
              <a:t>OCI홀딩스 (010060)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맑은 고딕"/>
              </a:rPr>
              <a:t>3주차 · 한국 (KOSPI / KOSDAQ)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2026-09-14 시가 매수 → 2026-09-18 종가 매도</a:t>
            </a:r>
          </a:p>
          <a:p/>
          <a:p>
            <a:r>
              <a:rPr sz="1800" b="0">
                <a:solidFill>
                  <a:srgbClr val="000000"/>
                </a:solidFill>
                <a:latin typeface="맑은 고딕"/>
              </a:rPr>
              <a:t>주간 수익률   -5.13%      벤치마크(KOSPI) 3.01%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초과수익      -8.14%p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wk3 · 한국 (KOSPI / KOSDAQ) · OCI홀딩스(010060)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파이프라인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wk3 · 한국 (KOSPI / KOSDAQ) · OCI홀딩스(010060)         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1 — 스크리닝 (LLM 호출 없음)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가격·거래대금 데이터로 전종목을 걸러 후보 20종목 확정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유동성 → 시가총액 → 중기 모멘텀+단기 반전 → 변동성 정렬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2 — Analyst (LLM + 웹 검색) : 20종목 → 3종목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뉴스·공시로 검증해 탈락시키는 단계. 선택은 하지 않는다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3 — Bull → Bear → Trader (LLM) : 3종목 → 1종목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매수 논거 구성 → 반박(동의 금지 강제) → 비교 후 최종 선택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각 단계는 이전 단계의 '응답 텍스트'만 받는다 (대화 히스토리 누적 금지).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Bear가 Bull과 같은 맥락에 있으면 반박하지 않고 동조하기 때문이다.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LLM에게 '오를 종목을 추천해줘'라고 묻지 않는다. 후보는 기계적으로 먼저 확정하고, LLM은 그 안에서만 탈락·선택한다.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사용 모델 및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wk3 · 한국 (KOSPI / KOSDAQ) · OCI홀딩스(010060)          3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웹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입력 토큰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출력 토큰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 Sonnet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 Sonnet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 Sonnet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trader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 Sonnet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프롬프트 버전 v1 · 스크리닝 설정 2 · 실행 모드 manual   |   프롬프트 전문은 제출 문서 참조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Step 1 — 기계적 스크리닝 결과 (상위 10 / 20종목)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wk3 · 한국 (KOSPI / KOSDAQ) · OCI홀딩스(010060)          4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1818589"/>
                <a:gridCol w="1818589"/>
                <a:gridCol w="1818589"/>
                <a:gridCol w="1818589"/>
                <a:gridCol w="181859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티커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종목명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6개월 모멘텀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ATR20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089970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브이엠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002990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금호건설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420770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기가비스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033790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피노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033160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엠케이전자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019210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와이지-원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123330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제닉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322000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HD현대에너지솔루션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006110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삼아알미늄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010060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OCI홀딩스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★ 선택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기준일 2026-09-11 종가 · 후보 20종목 → Analyst가 3종목으로 압축 → Trader가 1종목 선택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OCI홀딩스 — 선정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wk3 · 한국 (KOSPI / KOSDAQ) · OCI홀딩스(010060)         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9/17(한국시간) FOMC 결과 반영이 window 내 유일하게 날짜가 확정된 공통 catalyst이며, 이미 86%까지 반영된 인상 확률 대비 덜 매파적인 결과가 나올 경우 안도 랠리 여력이 존재함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동일 FOMC 노출을 공유하는 SK이터닉스와 달리, 폴리실리콘 관세·비중국산 프리미엄, 말레이시아 증설, 美 장기공급계약(LTA) 등 매크로와 무관한 자체 재료가 병존해 촉매 구조가 더 다층적임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경쟁 후보 중 금호건설의 핵심 catalyst('9월 LH 6조원 발주')는 매도 측 검증 결과 LH 공식자료와 불일치해 사실상 확정 촉매 부재로 판명됐고, SK이터닉스는 자체 실적 촉매가 8/19 이미 소진되어 순수 FOMC 베팅에만 의존하는 상태로 확인됨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Catalyst : 2026-09-17(한국시간, 미국 현지 9/16 오후) FOMC 성명·SEP·점도표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출처: Trader 단계 구조화 출력(pick.json)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Bull vs Bear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wk3 · 한국 (KOSPI / KOSDAQ) · OCI홀딩스(010060)         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0392B"/>
                </a:solidFill>
                <a:latin typeface="맑은 고딕"/>
              </a:rPr>
              <a:t>매수 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9/16(현지시간) FOMC 결과가 시장이 이미 반영한 인상 확률(86.3%, 확인됨)보다 덜 매파적으로 나오는 경우 — 예컨대 인상 없이 동결하거나, 인상하더라도 향후 추가 긴축에 선을 긋는 경우 — 금리 민감…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미국 FOMC 성명 및 기자회견: 현지시간 9/16(수) 오후 2시경, 한국시간 9/17(목) 새벽 3시경 발표 → 국내 시장 반영은 9/17 개장부터(확인됨, 하나증권 투자캘린더 및 CPI 후속 보도 기준). 주…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7월 급등 이후 20일 수익률 -9~-21% 되돌림 상태(확인됨)이며, 9/8 222,000원(보합) → 9/9 227,500원(+5.57%)으로 최근 반등 조짐이 있습니다(확인됨). 이 반등이 FOMC 경계감 속…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4ED8"/>
                </a:solidFill>
                <a:latin typeface="맑은 고딕"/>
              </a:rPr>
              <a:t>매도 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FOMC가 시장 컨센서스(25bp 인상, 확률 약 85%대, 확인됨)대로 인상을 단행하더라도 점도표(SEP)가 2027년 추가 긴축 경로를 시사하는 매파적 방향으로 나올 경우, "인상은 예상대로였지만 향후 경로가…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인상 확률 추이(59.4%→72.4%→86.3%)는 검색 결과와 대체로 부합합니다. ATFX는 8/31 기준 확률이 잭슨홀 연설 이후 36%→50%대로 급등했다고 전하며, 이후 여러 소스(ThriveInMarket…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86% 가까이 이미 가격에 반영된 인상 결과가 그대로 나오는 순간 "예상대로"라는 이유만으로 차익실현이 쏟아질 수 있고, PER 109배는 그 어떤 실망도 흡수할 쿠션이 없다.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6개월 일봉 · 기술적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wk3 · 한국 (KOSPI / KOSDAQ) · OCI홀딩스(010060)          7 / 8</a:t>
            </a:r>
          </a:p>
        </p:txBody>
      </p:sp>
      <p:pic>
        <p:nvPicPr>
          <p:cNvPr id="4" name="Picture 3" descr="chart_010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814255" cy="59287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15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</a:rPr>
              <a:t>6개월 모멘텀(최근 1개월 제외) +84.6%  ·  20일 -21.4%  ·  5일 -4.0%  ·  52주 고점 대비 -47.2%  ·  ATR20/종가 10.1%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</a:rPr>
              <a:t>음영 = 평가 구간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사후 검증 — 예측 대비 실제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wk3 · 한국 (KOSPI / KOSDAQ) · OCI홀딩스(010060)         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실제 -5.13% vs 예측 -8~10% → 예측 범위 적중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벤치마크 KOSPI 3.01% → 초과수익 -8.14%p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예상했던 최대 리스크 : FOMC가 시장 컨센서스(25bp 인상, 확률 약 86%)대로 인상하되 점도표가 추가 긴축 경로를 시사하는 매파적 방향으로 나올 경우, '예상대로'라는 이유만으로 sell-the-news 성격의 차익실현 매물이 쏟아질 위험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무엇이 맞고 무엇이 틀렸는지 한 줄로 :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(직접 작성)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주차별 기록은 log.csv에 누적된다. 학기말 hit rate 분석의 원자료다.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