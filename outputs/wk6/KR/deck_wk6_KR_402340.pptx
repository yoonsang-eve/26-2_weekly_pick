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맑은 고딕"/>
              </a:rPr>
              <a:t>SK스퀘어 (402340)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맑은 고딕"/>
              </a:rPr>
              <a:t>6주차 · 한국 (KOSPI / KOSDAQ)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2026-10-06 시가 매수 → 2026-10-08 종가 매도</a:t>
            </a:r>
          </a:p>
          <a:p/>
          <a:p>
            <a:r>
              <a:rPr sz="1800" b="0">
                <a:solidFill>
                  <a:srgbClr val="000000"/>
                </a:solidFill>
                <a:latin typeface="맑은 고딕"/>
              </a:rPr>
              <a:t>주간 수익률   -9.8%      벤치마크(KOSPI) -5.94%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초과수익      -3.85%p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wk6 · 한국 (KOSPI / KOSDAQ) · SK스퀘어(402340)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1 — 스크리닝 (LLM 호출 없음)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가격·거래대금 데이터로 전종목을 걸러 후보 20종목 확정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유동성 → 시가총액 → 중기 모멘텀+단기 반전 → 변동성 정렬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2 — Analyst (LLM + 웹 검색) : 20종목 → 3종목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뉴스·공시로 검증해 탈락시키는 단계. 선택은 하지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3 — Bull → Bear → Trader (LLM) : 3종목 →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매수 논거 구성 → 반박(동의 금지 강제) → 비교 후 최종 선택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4 — Selector (LLM + 웹 검색) : 한국 추천 vs 미국 추천 → 이번 주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각 시장 파이프라인의 결과물만 비교한다. 탈락한 후보는 넣지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각 단계는 이전 단계의 '응답 텍스트'만 받는다 (대화 히스토리 누적 금지).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Bear가 Bull과 같은 맥락에 있으면 반박하지 않고 동조하기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LLM에게 '오를 종목을 추천해줘'라고 묻지 않는다. 후보는 기계적으로 먼저 확정하고, LLM은 그 안에서만 탈락·선택한다.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사용 모델 및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3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웹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입력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출력 토큰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Opus 5.5(높음)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Opus 5.5(높음)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(수동 실행)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(수동 실행)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프롬프트 버전 v2 · 스크리닝 설정 3 · 실행 모드 manual   |   프롬프트 전문은 제출 문서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Step 1 — 기계적 스크리닝 결과 (상위 10 / 20종목)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4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  <a:gridCol w="1818589"/>
                <a:gridCol w="1818589"/>
                <a:gridCol w="18185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티커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종목명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6개월 모멘텀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금호건설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017900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광전자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003350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한국화장품제조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241710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코스메카코리아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119850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지엔씨에너지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446540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메가터치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047040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대우건설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006360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GS건설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000150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402340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SK스퀘어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★ 선택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기준일 2026-10-02 종가 · 후보 20종목 → Analyst가 3종목으로 압축 → Trader가 1종목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SK스퀘어 —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10/8(목) 장전 공개되는 삼성전자 3분기 잠정실적이 기간 내 유일한 날짜 확정 catalyst이며, 서프라이즈 시 메모리 업황 read-through로 NAV의 98%를 차지하는 SK하이닉스 지분가치가 재평가되는 경로가 세 후보 중 가장 직접적이다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10/1 마이크론 호실적에도 SK스퀘어 반응은 +1.4%, +0.09%에 그쳐, 국내 메모리 실적이 처음 확인되는 10/8이 전이 시점이 될 여지가 있다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9월 외국인 순매수 7,240억 원과 10/1~10/2 기관 순매수가 확인돼 수급 기반이 있고, 대형주라 연휴 직전 유동성·갭 리스크가 소형주 대안(메가터치)보다 작다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Catalyst : 2026-10-08(목) 장전(통상 08:00~09:00) 삼성전자 3분기 잠정실적 DART 공시 — 컨센서스 영업이익 100조~110조 원 대비 상회 여부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출처: Trader 단계 구조화 출력(pick.json)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Bull vs Bear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맑은 고딕"/>
              </a:rPr>
              <a:t>매수 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기준가는 10/2 종가 1,156,000원이고, +10%는 약 1,272,000원입니다. 시나리오 흐름: 10/6~10/7: 실적 기대 선매수 유입. 10/8 장전: 삼성전자 영업이익이 108조 컨센서스를 뚜렷하게…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[확인됨: 날짜 / 추정: 시각] 10/8(목) 08:00~09:00 삼성전자 3분기 잠정실적 DART 공시. [추정] 10/8 03:00 KST 경 FOMC 의사록. 매파 색채가 약하면 보조 trigger로 작용…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맑은 고딕"/>
              </a:rPr>
              <a:t>매도 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기준가 1,156,000원의 -5%는 약 1,098,000원입니다 [계산]. 9/28 종가 수준으로 되돌아가는 것입니다. 흐름: 10/6~10/7: 솔리다임 IPO 관련 보도가 다시 나오거나, 뉴스 공백 속에 차익…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맞는 부분 10/2 종가 1,156,000원은 맞습니다. 추정 PER 3.20배, 목표주가 1,938,333원도 맞습니다. 9월 외국인 64만4205주, 7240억 원 순매수도 맞습니다. 틀렸거나 누락된 부분 9/…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NAV의 98%를 차지하는 하이닉스 지분가치를 깎는 솔리다임 상장 overhang이 연말까지 미해소인 상태에서, 3일 안에 할인율이 좁혀질 확인된 근거가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6개월 일봉 · 기술적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7 / 8</a:t>
            </a:r>
          </a:p>
        </p:txBody>
      </p:sp>
      <p:pic>
        <p:nvPicPr>
          <p:cNvPr id="4" name="Picture 3" descr="chart_402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814255" cy="6090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</a:rPr>
              <a:t>6개월 모멘텀(최근 1개월 제외) +77.3%  ·  20일 +17.7%  ·  5일 -2.1%  ·  52주 고점 대비 -47.2%  ·  ATR20/종가 6.7%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</a:rPr>
              <a:t>음영 = 평가 구간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사후 검증 — 예측 대비 실제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wk6 · 한국 (KOSPI / KOSDAQ) · SK스퀘어(402340)         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실제 -9.8% vs 예측 -6.0~7.0% → 크게 실패 (하단 -6% 대비 -3.8%p)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벤치마크 KOSPI -5.94% → 초과수익 -3.85%p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예상했던 최대 리스크 : 삼성전자 실적이 높은 컨센서스에 단순 부합하거나 환율 영향으로 미달할 경우 마이크론식 sell the news가 나오고, 같은 날 03:00 KST 매파적 FOMC 의사록과 3일 연휴 전 디리스킹이 겹쳐 하락할 수 있음. 솔리다임 IPO에 따…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무엇이 맞고 무엇이 틀렸는지 한 줄로 :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(직접 작성)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주차별 기록은 log.csv에 누적된다. 학기말 hit rate 분석의 원자료다.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