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맑은 고딕"/>
              </a:rPr>
              <a:t>대우건설 (047040)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맑은 고딕"/>
              </a:rPr>
              <a:t>7주차 · 한국 (KOSPI / KOSDAQ)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2026-10-12 시가 매수 → 2026-10-16 종가 매도</a:t>
            </a:r>
          </a:p>
          <a:p/>
          <a:p>
            <a:r>
              <a:rPr sz="1800" b="0">
                <a:solidFill>
                  <a:srgbClr val="000000"/>
                </a:solidFill>
                <a:latin typeface="맑은 고딕"/>
              </a:rPr>
              <a:t>주간 수익률   -10.3%      벤치마크(KOSPI) -13.84%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초과수익      3.53%p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wk7 · 한국 (KOSPI / KOSDAQ) · 대우건설(047040)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1 — 스크리닝 (LLM 호출 없음)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가격·거래대금 데이터로 전종목을 걸러 후보 20종목 확정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유동성 → 시가총액 → 중기 모멘텀+단기 반전 → 변동성 정렬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2 — Analyst (LLM + 웹 검색) : 20종목 → 3종목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뉴스·공시로 검증해 탈락시키는 단계. 선택은 하지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3 — Bull → Bear → Trader (LLM) : 3종목 →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매수 논거 구성 → 반박(동의 금지 강제) → 비교 후 최종 선택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4 — Selector (LLM + 웹 검색) : 한국 추천 vs 미국 추천 → 이번 주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각 시장 파이프라인의 결과물만 비교한다. 탈락한 후보는 넣지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각 단계는 이전 단계의 '응답 텍스트'만 받는다 (대화 히스토리 누적 금지).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Bear가 Bull과 같은 맥락에 있으면 반박하지 않고 동조하기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LLM에게 '오를 종목을 추천해줘'라고 묻지 않는다. 후보는 기계적으로 먼저 확정하고, LLM은 그 안에서만 탈락·선택한다.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사용 모델 및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3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웹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입력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출력 토큰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371,596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15,726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6,365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222,437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19,829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19,724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2,950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프롬프트 버전 v3 · 스크리닝 설정 3 · 실행 모드 auto   |   프롬프트 전문은 제출 문서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Step 1 — 기계적 스크리닝 결과 (상위 10 / 20종목)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4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  <a:gridCol w="1818589"/>
                <a:gridCol w="1818589"/>
                <a:gridCol w="18185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티커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종목명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6개월 모멘텀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금호건설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336260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두산퓨얼셀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119850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지엔씨에너지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024840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KBI메탈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008930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한미사이언스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446540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메가터치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241710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코스메카코리아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332570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PS일렉트로닉스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319660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피에스케이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047040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대우건설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★ 선택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기준일 2026-10-08 종가 · 후보 20종목 → Analyst가 3종목으로 압축 → Trader가 1종목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대우건설 —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한미사이언스와 피에스케이는 매도 측 반박이 매수 논거의 핵심(재료 미반영, 낙폭 반등 기준가)을 직접 무너뜨렸다. 대우건설에 대한 반박은 대부분 해석·밸류에이션 성격이라 핵심 논거가 상대적으로 유지된다.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3분기 영업이익 전망이 전년 대비 +190~202%(LS증권 1,710억원, 에프앤가이드 약 1,600억원)로 개선되어 있어, 증권사 프리뷰나 목표가 조정이 나올 여지가 있다. 다만 날짜가 없어 가중치는 두지 않는다.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시총과 거래대금이 커서 갭·체결 리스크가 작고 변동성이 세 종목 중 낮아 하방이 가장 덜 크다. 다만 확신도는 낮아 비중은 작게 가져가야 한다.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Catalyst : 2026-10-14(수) 미국 9월 CPI 발표 후 10-15(목) 국내장 반응 및 PPI·소매판매(10-15). 금리 민감 건설주의 반등 여부가 관건이며, 종목 고유의 날짜 확정 catalyst는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출처: Trader 단계 구조화 출력(pick.json)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Bull vs Bear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맑은 고딕"/>
              </a:rPr>
              <a:t>매수 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건설주가 금리 하락과 낙폭과대 반등으로 동반 급등하고, 대우건설이 그 흐름을 탑니다. 3분기 실적 기대와 주택 원가율 개선 서사가 매수 명분이 됩니다. [추정] 근거가 되는 선례는 8월 초 건설지수가 사흘 만에 약…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| 트리거 | 일정 | 상태 | |---|---|---| | 미국 9월 CPI | 10-14(수) 미국 현지 오전 8:30 발표가 통상적이며, 한국시간 밤입니다 | 일정 [확인됨], 발표 시각 [추정] | | 국내…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맑은 고딕"/>
              </a:rPr>
              <a:t>매도 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경로: 미국 CPI·PPI가 높게 나오면 금리 민감 건설주가 먼저 팔립니다. 10-15 국내장에서 반응이 나옵니다. 추세: 개별 악재 없이도 하락이 이어지는 종목입니다. 재경일보 마감 기사 기준은 다음과 같습니다.…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| 매수 측 주장 | 검증 | |---|---| | 고점 대비 -58.8%라 이익 개선이 반영되지 않았다 | 과장. 이 낙폭은 저평가의 증거가 아니라 과열이 해소된 흔적입니다. 더팩트(5/12)는 올해 최고 956…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6개월 일봉 · 기술적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7 / 8</a:t>
            </a:r>
          </a:p>
        </p:txBody>
      </p:sp>
      <p:pic>
        <p:nvPicPr>
          <p:cNvPr id="4" name="Picture 3" descr="chart_047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814255" cy="5946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</a:rPr>
              <a:t>6개월 모멘텀(최근 1개월 제외) +49.4%  ·  20일 -9.8%  ·  5일 -6.3%  ·  52주 고점 대비 -58.8%  ·  ATR20/종가 7.6%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</a:rPr>
              <a:t>음영 = 평가 구간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사후 검증 — 예측 대비 실제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wk7 · 한국 (KOSPI / KOSDAQ) · 대우건설(047040)         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실제 -10.3% vs 예측 -6~7% → 크게 실패 (하단 -6% 대비 -4.3%p)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벤치마크 KOSPI -13.84% → 초과수익 3.53%p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예상했던 최대 리스크 : CPI·PPI가 높게 나와 금리 부담이 커지고 건설주 약세가 이어지는 경우. 3분기 실적이 컨센서스 부합에 그치거나 발표일이 평가 기간 밖이면 올릴 재료가 없다. 최근 마감가 연속 하락과 '투자판단관련주요경영사항' 공시 등 내용 미확인 공시도…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무엇이 맞고 무엇이 틀렸는지 한 줄로 :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(직접 작성)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주차별 기록은 log.csv에 누적된다. 학기말 hit rate 분석의 원자료다.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